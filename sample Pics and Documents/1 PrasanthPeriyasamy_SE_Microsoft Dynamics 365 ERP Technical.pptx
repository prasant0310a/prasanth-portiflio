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8"/>
  </p:notes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4" userDrawn="1">
          <p15:clr>
            <a:srgbClr val="A4A3A4"/>
          </p15:clr>
        </p15:guide>
        <p15:guide id="2" pos="3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56A"/>
    <a:srgbClr val="FF5014"/>
    <a:srgbClr val="FFB400"/>
    <a:srgbClr val="008C95"/>
    <a:srgbClr val="05732A"/>
    <a:srgbClr val="055082"/>
    <a:srgbClr val="A50646"/>
    <a:srgbClr val="005F62"/>
    <a:srgbClr val="FF580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7" autoAdjust="0"/>
    <p:restoredTop sz="94710" autoAdjust="0"/>
  </p:normalViewPr>
  <p:slideViewPr>
    <p:cSldViewPr snapToGrid="0" snapToObjects="1">
      <p:cViewPr varScale="1">
        <p:scale>
          <a:sx n="70" d="100"/>
          <a:sy n="70" d="100"/>
        </p:scale>
        <p:origin x="780" y="52"/>
      </p:cViewPr>
      <p:guideLst>
        <p:guide orient="horz" pos="2074"/>
        <p:guide pos="3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22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iyasamy, Prasanth" userId="f38b8648-0e6b-4a30-adb8-d3993ca3c976" providerId="ADAL" clId="{763FF729-E157-4B0B-AED9-324459D4C2A0}"/>
    <pc:docChg chg="undo redo custSel modSld">
      <pc:chgData name="Periyasamy, Prasanth" userId="f38b8648-0e6b-4a30-adb8-d3993ca3c976" providerId="ADAL" clId="{763FF729-E157-4B0B-AED9-324459D4C2A0}" dt="2026-06-08T08:18:57.355" v="1182" actId="20577"/>
      <pc:docMkLst>
        <pc:docMk/>
      </pc:docMkLst>
      <pc:sldChg chg="modSp mod">
        <pc:chgData name="Periyasamy, Prasanth" userId="f38b8648-0e6b-4a30-adb8-d3993ca3c976" providerId="ADAL" clId="{763FF729-E157-4B0B-AED9-324459D4C2A0}" dt="2026-06-08T08:18:57.355" v="1182" actId="20577"/>
        <pc:sldMkLst>
          <pc:docMk/>
          <pc:sldMk cId="1694508344" sldId="256"/>
        </pc:sldMkLst>
        <pc:spChg chg="mod">
          <ac:chgData name="Periyasamy, Prasanth" userId="f38b8648-0e6b-4a30-adb8-d3993ca3c976" providerId="ADAL" clId="{763FF729-E157-4B0B-AED9-324459D4C2A0}" dt="2026-05-20T07:39:47.799" v="825" actId="20577"/>
          <ac:spMkLst>
            <pc:docMk/>
            <pc:sldMk cId="1694508344" sldId="256"/>
            <ac:spMk id="7" creationId="{00000000-0000-0000-0000-000000000000}"/>
          </ac:spMkLst>
        </pc:spChg>
        <pc:spChg chg="mod">
          <ac:chgData name="Periyasamy, Prasanth" userId="f38b8648-0e6b-4a30-adb8-d3993ca3c976" providerId="ADAL" clId="{763FF729-E157-4B0B-AED9-324459D4C2A0}" dt="2026-05-20T04:58:18.244" v="509" actId="20577"/>
          <ac:spMkLst>
            <pc:docMk/>
            <pc:sldMk cId="1694508344" sldId="256"/>
            <ac:spMk id="9" creationId="{4DD08F61-AB9C-482B-A6F4-84D4AA64C3C6}"/>
          </ac:spMkLst>
        </pc:spChg>
        <pc:spChg chg="mod">
          <ac:chgData name="Periyasamy, Prasanth" userId="f38b8648-0e6b-4a30-adb8-d3993ca3c976" providerId="ADAL" clId="{763FF729-E157-4B0B-AED9-324459D4C2A0}" dt="2026-05-20T08:02:35.631" v="890" actId="1076"/>
          <ac:spMkLst>
            <pc:docMk/>
            <pc:sldMk cId="1694508344" sldId="256"/>
            <ac:spMk id="10" creationId="{00000000-0000-0000-0000-000000000000}"/>
          </ac:spMkLst>
        </pc:spChg>
        <pc:spChg chg="mod">
          <ac:chgData name="Periyasamy, Prasanth" userId="f38b8648-0e6b-4a30-adb8-d3993ca3c976" providerId="ADAL" clId="{763FF729-E157-4B0B-AED9-324459D4C2A0}" dt="2026-05-20T07:50:52.658" v="889" actId="20577"/>
          <ac:spMkLst>
            <pc:docMk/>
            <pc:sldMk cId="1694508344" sldId="256"/>
            <ac:spMk id="20" creationId="{00000000-0000-0000-0000-000000000000}"/>
          </ac:spMkLst>
        </pc:spChg>
        <pc:spChg chg="mod">
          <ac:chgData name="Periyasamy, Prasanth" userId="f38b8648-0e6b-4a30-adb8-d3993ca3c976" providerId="ADAL" clId="{763FF729-E157-4B0B-AED9-324459D4C2A0}" dt="2026-06-08T08:18:57.355" v="1182" actId="20577"/>
          <ac:spMkLst>
            <pc:docMk/>
            <pc:sldMk cId="1694508344" sldId="256"/>
            <ac:spMk id="21" creationId="{00000000-0000-0000-0000-000000000000}"/>
          </ac:spMkLst>
        </pc:spChg>
        <pc:spChg chg="mod">
          <ac:chgData name="Periyasamy, Prasanth" userId="f38b8648-0e6b-4a30-adb8-d3993ca3c976" providerId="ADAL" clId="{763FF729-E157-4B0B-AED9-324459D4C2A0}" dt="2026-06-08T08:18:38.559" v="1162" actId="20577"/>
          <ac:spMkLst>
            <pc:docMk/>
            <pc:sldMk cId="1694508344" sldId="256"/>
            <ac:spMk id="27" creationId="{00000000-0000-0000-0000-000000000000}"/>
          </ac:spMkLst>
        </pc:spChg>
        <pc:spChg chg="mod">
          <ac:chgData name="Periyasamy, Prasanth" userId="f38b8648-0e6b-4a30-adb8-d3993ca3c976" providerId="ADAL" clId="{763FF729-E157-4B0B-AED9-324459D4C2A0}" dt="2026-05-20T08:07:21.453" v="1050" actId="1076"/>
          <ac:spMkLst>
            <pc:docMk/>
            <pc:sldMk cId="1694508344" sldId="256"/>
            <ac:spMk id="29" creationId="{00000000-0000-0000-0000-000000000000}"/>
          </ac:spMkLst>
        </pc:spChg>
        <pc:spChg chg="mod">
          <ac:chgData name="Periyasamy, Prasanth" userId="f38b8648-0e6b-4a30-adb8-d3993ca3c976" providerId="ADAL" clId="{763FF729-E157-4B0B-AED9-324459D4C2A0}" dt="2026-05-20T07:40:21.963" v="853" actId="20577"/>
          <ac:spMkLst>
            <pc:docMk/>
            <pc:sldMk cId="1694508344" sldId="256"/>
            <ac:spMk id="30" creationId="{00000000-0000-0000-0000-000000000000}"/>
          </ac:spMkLst>
        </pc:spChg>
        <pc:picChg chg="mod">
          <ac:chgData name="Periyasamy, Prasanth" userId="f38b8648-0e6b-4a30-adb8-d3993ca3c976" providerId="ADAL" clId="{763FF729-E157-4B0B-AED9-324459D4C2A0}" dt="2026-05-20T08:02:39.636" v="891" actId="1076"/>
          <ac:picMkLst>
            <pc:docMk/>
            <pc:sldMk cId="1694508344" sldId="256"/>
            <ac:picMk id="34" creationId="{00000000-0000-0000-0000-000000000000}"/>
          </ac:picMkLst>
        </pc:picChg>
      </pc:sldChg>
      <pc:sldChg chg="addSp modSp mod">
        <pc:chgData name="Periyasamy, Prasanth" userId="f38b8648-0e6b-4a30-adb8-d3993ca3c976" providerId="ADAL" clId="{763FF729-E157-4B0B-AED9-324459D4C2A0}" dt="2026-05-20T07:39:21.947" v="823" actId="20577"/>
        <pc:sldMkLst>
          <pc:docMk/>
          <pc:sldMk cId="2105621715" sldId="258"/>
        </pc:sldMkLst>
        <pc:spChg chg="add mod">
          <ac:chgData name="Periyasamy, Prasanth" userId="f38b8648-0e6b-4a30-adb8-d3993ca3c976" providerId="ADAL" clId="{763FF729-E157-4B0B-AED9-324459D4C2A0}" dt="2026-05-20T07:35:32.459" v="538" actId="1076"/>
          <ac:spMkLst>
            <pc:docMk/>
            <pc:sldMk cId="2105621715" sldId="258"/>
            <ac:spMk id="2" creationId="{DFBD08FA-A6C5-D19F-609D-6F87040335F6}"/>
          </ac:spMkLst>
        </pc:spChg>
        <pc:spChg chg="add mod">
          <ac:chgData name="Periyasamy, Prasanth" userId="f38b8648-0e6b-4a30-adb8-d3993ca3c976" providerId="ADAL" clId="{763FF729-E157-4B0B-AED9-324459D4C2A0}" dt="2026-05-20T07:35:53.120" v="544" actId="1076"/>
          <ac:spMkLst>
            <pc:docMk/>
            <pc:sldMk cId="2105621715" sldId="258"/>
            <ac:spMk id="3" creationId="{1152AA92-AAC1-EF7D-9852-33620E59318C}"/>
          </ac:spMkLst>
        </pc:spChg>
        <pc:spChg chg="add mod">
          <ac:chgData name="Periyasamy, Prasanth" userId="f38b8648-0e6b-4a30-adb8-d3993ca3c976" providerId="ADAL" clId="{763FF729-E157-4B0B-AED9-324459D4C2A0}" dt="2026-05-20T07:39:21.947" v="823" actId="20577"/>
          <ac:spMkLst>
            <pc:docMk/>
            <pc:sldMk cId="2105621715" sldId="258"/>
            <ac:spMk id="5" creationId="{136AC7CF-4CC3-388C-E793-D2A7508697D1}"/>
          </ac:spMkLst>
        </pc:spChg>
        <pc:spChg chg="add mod">
          <ac:chgData name="Periyasamy, Prasanth" userId="f38b8648-0e6b-4a30-adb8-d3993ca3c976" providerId="ADAL" clId="{763FF729-E157-4B0B-AED9-324459D4C2A0}" dt="2026-05-20T07:35:17.765" v="534" actId="20577"/>
          <ac:spMkLst>
            <pc:docMk/>
            <pc:sldMk cId="2105621715" sldId="258"/>
            <ac:spMk id="12" creationId="{45F95D28-F5FB-93A1-729E-EA715E58C1EA}"/>
          </ac:spMkLst>
        </pc:spChg>
        <pc:spChg chg="mod">
          <ac:chgData name="Periyasamy, Prasanth" userId="f38b8648-0e6b-4a30-adb8-d3993ca3c976" providerId="ADAL" clId="{763FF729-E157-4B0B-AED9-324459D4C2A0}" dt="2026-05-20T07:35:49.894" v="542" actId="1076"/>
          <ac:spMkLst>
            <pc:docMk/>
            <pc:sldMk cId="2105621715" sldId="258"/>
            <ac:spMk id="13" creationId="{69DD1208-ACB0-5E38-744E-0C7F0F8126F7}"/>
          </ac:spMkLst>
        </pc:spChg>
        <pc:spChg chg="add mod">
          <ac:chgData name="Periyasamy, Prasanth" userId="f38b8648-0e6b-4a30-adb8-d3993ca3c976" providerId="ADAL" clId="{763FF729-E157-4B0B-AED9-324459D4C2A0}" dt="2026-05-20T07:36:11.336" v="547" actId="1076"/>
          <ac:spMkLst>
            <pc:docMk/>
            <pc:sldMk cId="2105621715" sldId="258"/>
            <ac:spMk id="14" creationId="{7E66C8D6-1830-DCC1-A257-6B7863CAF207}"/>
          </ac:spMkLst>
        </pc:spChg>
        <pc:spChg chg="add mod">
          <ac:chgData name="Periyasamy, Prasanth" userId="f38b8648-0e6b-4a30-adb8-d3993ca3c976" providerId="ADAL" clId="{763FF729-E157-4B0B-AED9-324459D4C2A0}" dt="2026-05-20T07:36:32.854" v="551" actId="1076"/>
          <ac:spMkLst>
            <pc:docMk/>
            <pc:sldMk cId="2105621715" sldId="258"/>
            <ac:spMk id="19" creationId="{1B607D2B-3242-BEF7-9778-35B62561BD58}"/>
          </ac:spMkLst>
        </pc:spChg>
        <pc:spChg chg="mod">
          <ac:chgData name="Periyasamy, Prasanth" userId="f38b8648-0e6b-4a30-adb8-d3993ca3c976" providerId="ADAL" clId="{763FF729-E157-4B0B-AED9-324459D4C2A0}" dt="2026-05-20T07:35:05.033" v="519" actId="1076"/>
          <ac:spMkLst>
            <pc:docMk/>
            <pc:sldMk cId="2105621715" sldId="258"/>
            <ac:spMk id="24" creationId="{2A5EACE0-F010-A852-7607-B27B53BCAD82}"/>
          </ac:spMkLst>
        </pc:spChg>
        <pc:picChg chg="add mod">
          <ac:chgData name="Periyasamy, Prasanth" userId="f38b8648-0e6b-4a30-adb8-d3993ca3c976" providerId="ADAL" clId="{763FF729-E157-4B0B-AED9-324459D4C2A0}" dt="2026-05-20T07:34:52.745" v="516" actId="1076"/>
          <ac:picMkLst>
            <pc:docMk/>
            <pc:sldMk cId="2105621715" sldId="258"/>
            <ac:picMk id="4" creationId="{E9BB79B3-C60A-E537-618E-AB575AD145B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49A76-9F64-414E-B360-5BD621ED5679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4C8EF-B278-4ED1-9117-CF3B5EDA0F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A4C8EF-B278-4ED1-9117-CF3B5EDA0F7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269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457C-1F8F-55C2-65EC-132139842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4EB22-98F6-80CE-2C58-B2704D11A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BCC6A-C617-9F36-52AF-8318B6696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A9CD2-CAE8-0F37-D722-7DD7DCC32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A4C8EF-B278-4ED1-9117-CF3B5EDA0F7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640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B3CC-F982-40F9-8DD6-BCC9AFBF44BD}" type="datetime1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B99-7C3F-4BC3-B7B8-7E1F8C620B24}" type="datetime1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31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99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560D-EC28-3B41-86E8-18F1CE0113B4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0612"/>
            <a:ext cx="12192000" cy="21431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859" y="1102072"/>
            <a:ext cx="2463042" cy="90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  <p:sldLayoutId id="2147493465" r:id="rId10"/>
    <p:sldLayoutId id="214749346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8495226" y="2026554"/>
            <a:ext cx="3895613" cy="53081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433" y="160035"/>
            <a:ext cx="11871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FF00"/>
                </a:solidFill>
                <a:latin typeface="Segoe UI Semibold" panose="020B0702040204020203" pitchFamily="34" charset="0"/>
              </a:rPr>
              <a:t>AVANADE CURRICULUM VITAE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7831" y="5481294"/>
            <a:ext cx="2656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66700">
              <a:buClr>
                <a:schemeClr val="bg2"/>
              </a:buClr>
            </a:pPr>
            <a:r>
              <a:rPr lang="en-US" sz="12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Around 4 Years of Experience in IT Industry. Worked on 5 implementation Projects(1 ISV project) and 1 support project.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082" y="2022595"/>
            <a:ext cx="2151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5800"/>
                </a:solidFill>
                <a:latin typeface="Segoe UI Semibold" panose="020B0702040204020203" pitchFamily="34" charset="0"/>
              </a:rPr>
              <a:t>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5918" y="887594"/>
            <a:ext cx="375711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Segoe UI Semibold" panose="020B0702040204020203" pitchFamily="34" charset="0"/>
              </a:rPr>
              <a:t>Prasanth P</a:t>
            </a:r>
          </a:p>
          <a:p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SE(Level 11) –  Dynamics 365 ERP Technical(F&amp;O Developer)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8199" y="4064961"/>
            <a:ext cx="28190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ERP, Worked on Modules like AR, AP, GL, Project ,Fixed Asset , </a:t>
            </a:r>
            <a:r>
              <a:rPr lang="en-GB" sz="1200" dirty="0" err="1"/>
              <a:t>Docentric</a:t>
            </a:r>
            <a:r>
              <a:rPr lang="en-GB" sz="1200" dirty="0"/>
              <a:t> , Human Resources, </a:t>
            </a:r>
            <a:r>
              <a:rPr lang="en-GB" sz="1200" dirty="0" err="1"/>
              <a:t>SysAdmin</a:t>
            </a:r>
            <a:r>
              <a:rPr lang="en-GB" sz="1200" dirty="0"/>
              <a:t>, in D365 F&amp;O, Information technology, Vehicle management module.</a:t>
            </a:r>
            <a:br>
              <a:rPr lang="en-GB" sz="1200" dirty="0"/>
            </a:br>
            <a:r>
              <a:rPr lang="en-GB" sz="1200" dirty="0"/>
              <a:t>Deployment and Creation of Packages in Azure DevOps using VS.</a:t>
            </a:r>
            <a:endParaRPr lang="en-US" sz="12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68199" y="2970063"/>
            <a:ext cx="2476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D365 F&amp;O , X++, SSRS , SSMS, DMF, Power BI, Workflow configuration, </a:t>
            </a:r>
            <a:r>
              <a:rPr lang="en-US" sz="1200" dirty="0" err="1"/>
              <a:t>SysOperation</a:t>
            </a:r>
            <a:r>
              <a:rPr lang="en-US" sz="1200" dirty="0"/>
              <a:t> Framework, API Integrations, Custom services, Azure DevOps, </a:t>
            </a:r>
            <a:r>
              <a:rPr lang="en-US" sz="1200" dirty="0" err="1"/>
              <a:t>Docentric</a:t>
            </a:r>
            <a:r>
              <a:rPr lang="en-US" sz="1200" dirty="0"/>
              <a:t> Reports, MCP.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8199" y="2708005"/>
            <a:ext cx="1656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dirty="0">
                <a:solidFill>
                  <a:srgbClr val="FF5800"/>
                </a:solidFill>
                <a:latin typeface="Segoe UI Semibold" panose="020B0702040204020203" pitchFamily="34" charset="0"/>
              </a:rPr>
              <a:t>KEY SKILLS</a:t>
            </a:r>
            <a:endParaRPr lang="en-US" sz="1400" dirty="0">
              <a:solidFill>
                <a:srgbClr val="FF58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68199" y="3842255"/>
            <a:ext cx="2090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dirty="0">
                <a:solidFill>
                  <a:srgbClr val="FF5800"/>
                </a:solidFill>
                <a:latin typeface="Segoe UI Semibold" panose="020B0702040204020203" pitchFamily="34" charset="0"/>
              </a:rPr>
              <a:t>INDUSTRY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4446" y="1032097"/>
            <a:ext cx="3227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p.e.periyasamy@accenture.com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344" y="1094403"/>
            <a:ext cx="238125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3205" y="2240210"/>
            <a:ext cx="753667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66700">
              <a:buClr>
                <a:schemeClr val="bg2"/>
              </a:buClr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I am having experience in IT Domain &amp; 4 years of experience in ERP. </a:t>
            </a:r>
            <a:r>
              <a:rPr lang="en-US" sz="1200" dirty="0"/>
              <a:t>I'm an enthusiastic D365 FO technical consultant with strong communication skills who is eager to explore, learn, and contribute to team success through hard work, attention to detail, and excellent organizational.</a:t>
            </a:r>
          </a:p>
          <a:p>
            <a:pPr defTabSz="266700">
              <a:buClr>
                <a:schemeClr val="bg2"/>
              </a:buClr>
            </a:pP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266700">
              <a:buClr>
                <a:schemeClr val="bg2"/>
              </a:buClr>
            </a:pP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Strong background in analyzing, designing, and implementing distributed multi-tier business applications.</a:t>
            </a:r>
          </a:p>
          <a:p>
            <a:pPr defTabSz="266700">
              <a:buClr>
                <a:schemeClr val="bg2"/>
              </a:buClr>
            </a:pPr>
            <a:endParaRPr lang="en-US" sz="1200" b="1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Proficient in </a:t>
            </a:r>
            <a:r>
              <a:rPr lang="en-US" sz="12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Microsoft Dynamics D365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with experience in tables, forms, classes, SSRS like PO , SO , data entities, number Sequences Creation, Excel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addIns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and data migration (DIXF). Worked on Data Integration(APIs) with third party apps like Magaya software, Postman and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Insomina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 Worked on D365FO MCP, Azure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devops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MCP server and Agent creation for development using GHCP. </a:t>
            </a:r>
          </a:p>
          <a:p>
            <a:endParaRPr lang="en-US" sz="1200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Expertise in </a:t>
            </a:r>
            <a:r>
              <a:rPr lang="en-US" sz="12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X++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AI usage in Azure DevOps, Visual Studio(code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checkin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code review and Merging), VS code and SQL Server Management Studio (SSMS). Skilled in developing and customizing </a:t>
            </a:r>
            <a:r>
              <a:rPr lang="en-US" sz="12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SSRS reports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Docentric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Report, Power Bi reports, number sequences, and extensions.</a:t>
            </a:r>
          </a:p>
          <a:p>
            <a:endParaRPr lang="en-US" sz="1200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266700">
              <a:buClr>
                <a:schemeClr val="bg2"/>
              </a:buClr>
            </a:pPr>
            <a:r>
              <a:rPr lang="en-GB" sz="12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AI </a:t>
            </a:r>
            <a:r>
              <a:rPr lang="en-GB" sz="1200" b="1" dirty="0" err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Uasage</a:t>
            </a:r>
            <a:r>
              <a:rPr lang="en-GB" sz="12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GB" sz="12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FDD and TDD creation, Code review, Defect analysis, ADO and D365 MCP connection using GHCP in VS 2022 and VS code.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762" y="5188906"/>
            <a:ext cx="248709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KNOWLEDGE TECHNOLOGIES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3347" y="5475975"/>
            <a:ext cx="2151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66700">
              <a:buClr>
                <a:schemeClr val="bg2"/>
              </a:buClr>
            </a:pPr>
            <a:r>
              <a:rPr lang="en-US" sz="12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Microsoft Dynamics 365 F&amp;O, AI(M365Copilot and GHCP), SSRS , Power BI Reports, DIXF, Number Sequence, Electronic Reports, </a:t>
            </a:r>
            <a:r>
              <a:rPr lang="en-US" sz="1200" dirty="0" err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Docentric</a:t>
            </a:r>
            <a:r>
              <a:rPr lang="en-US" sz="12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0663" y="5188906"/>
            <a:ext cx="158164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1570" y="5555723"/>
            <a:ext cx="1679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66700">
              <a:buClr>
                <a:schemeClr val="bg2"/>
              </a:buClr>
            </a:pPr>
            <a:r>
              <a:rPr lang="en-US" sz="12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Microsoft Dynamics 365F&amp;O – Developer</a:t>
            </a:r>
          </a:p>
          <a:p>
            <a:pPr defTabSz="266700">
              <a:buClr>
                <a:schemeClr val="bg2"/>
              </a:buClr>
            </a:pPr>
            <a:r>
              <a:rPr lang="en-US" sz="12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and SSMS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2212" y="5188906"/>
            <a:ext cx="158164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EXPERIENCE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97" y="2033608"/>
            <a:ext cx="285750" cy="28575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591" y="2718302"/>
            <a:ext cx="285750" cy="28575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591" y="3864833"/>
            <a:ext cx="285750" cy="2857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083439" y="5014192"/>
            <a:ext cx="2819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2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84A3A6-B875-4FC8-95CF-247D6709DCD5}"/>
              </a:ext>
            </a:extLst>
          </p:cNvPr>
          <p:cNvCxnSpPr/>
          <p:nvPr/>
        </p:nvCxnSpPr>
        <p:spPr>
          <a:xfrm>
            <a:off x="3087094" y="5245466"/>
            <a:ext cx="0" cy="7205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B5AF52-6765-4EE5-A94F-B0A6005DCBF0}"/>
              </a:ext>
            </a:extLst>
          </p:cNvPr>
          <p:cNvCxnSpPr/>
          <p:nvPr/>
        </p:nvCxnSpPr>
        <p:spPr>
          <a:xfrm>
            <a:off x="5068622" y="5195456"/>
            <a:ext cx="0" cy="7205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301845E-E02A-4D60-9879-E9BF3613C7E2}"/>
              </a:ext>
            </a:extLst>
          </p:cNvPr>
          <p:cNvSpPr txBox="1"/>
          <p:nvPr/>
        </p:nvSpPr>
        <p:spPr>
          <a:xfrm>
            <a:off x="6415182" y="1252150"/>
            <a:ext cx="3227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u="sng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lang="en-US" sz="1200" u="sng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360919035</a:t>
            </a:r>
          </a:p>
        </p:txBody>
      </p:sp>
      <p:pic>
        <p:nvPicPr>
          <p:cNvPr id="43" name="Graphic 42" descr="Receiver">
            <a:extLst>
              <a:ext uri="{FF2B5EF4-FFF2-40B4-BE49-F238E27FC236}">
                <a16:creationId xmlns:a16="http://schemas.microsoft.com/office/drawing/2014/main" id="{1F3619B0-27E3-4B11-8C87-08066088E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9950" y="1309096"/>
            <a:ext cx="240625" cy="2128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CF2C8F-9014-8C35-B37D-0E3CA93D7B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88" y="1105312"/>
            <a:ext cx="476250" cy="323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10A305-5B46-29FB-248C-BEFA41383025}"/>
              </a:ext>
            </a:extLst>
          </p:cNvPr>
          <p:cNvSpPr txBox="1"/>
          <p:nvPr/>
        </p:nvSpPr>
        <p:spPr>
          <a:xfrm>
            <a:off x="9090747" y="5394010"/>
            <a:ext cx="2090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dirty="0">
                <a:solidFill>
                  <a:srgbClr val="FF5800"/>
                </a:solidFill>
                <a:latin typeface="Segoe UI Semibold" panose="020B0702040204020203" pitchFamily="34" charset="0"/>
              </a:rPr>
              <a:t>CERTIFICATION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08F61-AB9C-482B-A6F4-84D4AA64C3C6}"/>
              </a:ext>
            </a:extLst>
          </p:cNvPr>
          <p:cNvSpPr txBox="1"/>
          <p:nvPr/>
        </p:nvSpPr>
        <p:spPr>
          <a:xfrm>
            <a:off x="9068198" y="5675886"/>
            <a:ext cx="2819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2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Microsoft Dynamics 365 Certification: PL-900,MB-920, MB-910, MB300, MB 310, MB 330, MB500 </a:t>
            </a:r>
            <a:r>
              <a:rPr lang="en-GB" sz="1200" b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, DP 700 and </a:t>
            </a:r>
            <a:r>
              <a:rPr lang="en-GB" sz="12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AZ900</a:t>
            </a:r>
          </a:p>
          <a:p>
            <a:pPr lvl="0"/>
            <a:endParaRPr lang="en-GB" sz="12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ECC737-52D1-B94A-7EBC-9811EA4A28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660" y="5408975"/>
            <a:ext cx="2857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0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3890" y="2343197"/>
            <a:ext cx="4376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5800"/>
                </a:solidFill>
                <a:latin typeface="Segoe UI Semibold" panose="020B0702040204020203" pitchFamily="34" charset="0"/>
              </a:rPr>
              <a:t>BRK(Bavarian Red Cross) - Implementation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4" y="2343197"/>
            <a:ext cx="285750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23" y="1428764"/>
            <a:ext cx="4647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Segoe UI Semibold" panose="020B0702040204020203" pitchFamily="34" charset="0"/>
              </a:rPr>
              <a:t>KEY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" y="2661741"/>
            <a:ext cx="6262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  <a:latin typeface="+mj-lt"/>
                <a:cs typeface="Segoe UI" panose="020B0502040204020203" pitchFamily="34" charset="0"/>
              </a:rPr>
              <a:t>Role: Associate Technical Consultant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effectLst/>
                <a:latin typeface="+mj-lt"/>
                <a:cs typeface="Segoe UI" panose="020B0502040204020203" pitchFamily="34" charset="0"/>
              </a:rPr>
              <a:t>Customization and development of business logic, tables, forms, and reports.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+mj-lt"/>
                <a:cs typeface="Segoe UI" panose="020B0502040204020203" pitchFamily="34" charset="0"/>
              </a:rPr>
              <a:t>Custom Number Sequence Creation</a:t>
            </a:r>
            <a:endParaRPr lang="en-US" sz="1200" dirty="0">
              <a:effectLst/>
              <a:latin typeface="+mj-lt"/>
              <a:cs typeface="Segoe UI" panose="020B0502040204020203" pitchFamily="34" charset="0"/>
            </a:endParaRPr>
          </a:p>
          <a:p>
            <a:r>
              <a:rPr lang="en-US" sz="1200" dirty="0">
                <a:effectLst/>
                <a:latin typeface="+mj-lt"/>
                <a:cs typeface="Segoe UI" panose="020B0502040204020203" pitchFamily="34" charset="0"/>
              </a:rPr>
              <a:t>-  Adhered to Microsoft's best practices during implementations.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6524" y="2444795"/>
            <a:ext cx="2286000" cy="91458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 Technical Consultant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78841" y="2444795"/>
            <a:ext cx="2286000" cy="90711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Microsoft Dynamics 365 F&amp;O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627" y="2458470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ROLE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5892" y="2420141"/>
            <a:ext cx="2151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TECHNOLOGIES</a:t>
            </a:r>
          </a:p>
          <a:p>
            <a:endParaRPr lang="en-US" sz="1200" dirty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F093B3-1527-479C-BDC2-451A3C4AF2C8}"/>
              </a:ext>
            </a:extLst>
          </p:cNvPr>
          <p:cNvSpPr txBox="1"/>
          <p:nvPr/>
        </p:nvSpPr>
        <p:spPr>
          <a:xfrm>
            <a:off x="643890" y="3432528"/>
            <a:ext cx="4440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5800"/>
                </a:solidFill>
                <a:latin typeface="Segoe UI Semibold" panose="020B0702040204020203" pitchFamily="34" charset="0"/>
              </a:rPr>
              <a:t>DRK(German Red Cross) - Implementation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73AF24-D918-4647-8F16-7B88E77B9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2" y="3351908"/>
            <a:ext cx="380334" cy="3803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402ABF-AC0A-45A4-955E-7EFBFE983C3A}"/>
              </a:ext>
            </a:extLst>
          </p:cNvPr>
          <p:cNvSpPr txBox="1"/>
          <p:nvPr/>
        </p:nvSpPr>
        <p:spPr>
          <a:xfrm>
            <a:off x="643890" y="3721172"/>
            <a:ext cx="6262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  <a:latin typeface="+mj-lt"/>
              </a:rPr>
              <a:t>Role: Associate Technical Consultant</a:t>
            </a:r>
          </a:p>
          <a:p>
            <a:r>
              <a:rPr lang="en-US" sz="1200" dirty="0">
                <a:effectLst/>
                <a:latin typeface="+mj-lt"/>
              </a:rPr>
              <a:t>- Customized functionalities using COC and event handlers.</a:t>
            </a:r>
          </a:p>
          <a:p>
            <a:r>
              <a:rPr lang="en-US" sz="1200" dirty="0">
                <a:effectLst/>
                <a:latin typeface="+mj-lt"/>
              </a:rPr>
              <a:t>- Developed SSRS reports and new data entities using DMF.</a:t>
            </a:r>
          </a:p>
          <a:p>
            <a:r>
              <a:rPr lang="en-US" sz="1200" dirty="0">
                <a:latin typeface="+mj-lt"/>
              </a:rPr>
              <a:t>- Worked in TDD creation based on FDD.</a:t>
            </a:r>
            <a:endParaRPr lang="en-US" sz="1200" dirty="0">
              <a:effectLst/>
              <a:latin typeface="+mj-lt"/>
            </a:endParaRP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9ABFDA56-43CA-4543-B455-6F677A5C8DAE}"/>
              </a:ext>
            </a:extLst>
          </p:cNvPr>
          <p:cNvSpPr/>
          <p:nvPr/>
        </p:nvSpPr>
        <p:spPr>
          <a:xfrm>
            <a:off x="6906524" y="3601271"/>
            <a:ext cx="2286000" cy="90039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 Technical Consultant</a:t>
            </a:r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493B0348-4E2D-431A-84DB-3A2D522876BC}"/>
              </a:ext>
            </a:extLst>
          </p:cNvPr>
          <p:cNvSpPr/>
          <p:nvPr/>
        </p:nvSpPr>
        <p:spPr>
          <a:xfrm>
            <a:off x="9514833" y="3543020"/>
            <a:ext cx="2286000" cy="90711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Microsoft Dynamics 365 F&amp;O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825E74-B54E-4E5E-A19F-98BD96AC1016}"/>
              </a:ext>
            </a:extLst>
          </p:cNvPr>
          <p:cNvSpPr txBox="1"/>
          <p:nvPr/>
        </p:nvSpPr>
        <p:spPr>
          <a:xfrm>
            <a:off x="6995778" y="3602450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ROLE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3CA52E-C640-4544-8A6C-56D66D8737BF}"/>
              </a:ext>
            </a:extLst>
          </p:cNvPr>
          <p:cNvSpPr txBox="1"/>
          <p:nvPr/>
        </p:nvSpPr>
        <p:spPr>
          <a:xfrm>
            <a:off x="9559682" y="3543020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TECHNOLOGIES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57D2F-77C0-4840-BEA8-BE74C70F0CF2}"/>
              </a:ext>
            </a:extLst>
          </p:cNvPr>
          <p:cNvSpPr txBox="1"/>
          <p:nvPr/>
        </p:nvSpPr>
        <p:spPr>
          <a:xfrm>
            <a:off x="643890" y="4548903"/>
            <a:ext cx="3878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5800"/>
                </a:solidFill>
                <a:latin typeface="Segoe UI Semibold" panose="020B0702040204020203" pitchFamily="34" charset="0"/>
              </a:rPr>
              <a:t>HKG - Implementation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602DDA9-EC26-491C-8BDD-ED4EF7736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4" y="4588547"/>
            <a:ext cx="285750" cy="2857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B04FA46-BF05-49F1-8264-59D15A73D6E2}"/>
              </a:ext>
            </a:extLst>
          </p:cNvPr>
          <p:cNvSpPr txBox="1"/>
          <p:nvPr/>
        </p:nvSpPr>
        <p:spPr>
          <a:xfrm>
            <a:off x="707571" y="4826090"/>
            <a:ext cx="619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  <a:latin typeface="+mj-lt"/>
              </a:rPr>
              <a:t>Responsible for gathering the requirements from the functional team, Worked on tables, forms, reports, classes as per requirement, Responsible for creating TDD after delivering the requirement, Majorly worked on entities , Worked on custom API integration for Magaya software where tested the integration through postman in D365 F&amp;O</a:t>
            </a:r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A1F13130-C713-4873-B403-EB3D485BF38E}"/>
              </a:ext>
            </a:extLst>
          </p:cNvPr>
          <p:cNvSpPr/>
          <p:nvPr/>
        </p:nvSpPr>
        <p:spPr>
          <a:xfrm>
            <a:off x="6861675" y="4805979"/>
            <a:ext cx="2286000" cy="83707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D365 Engineer</a:t>
            </a:r>
          </a:p>
        </p:txBody>
      </p:sp>
      <p:sp>
        <p:nvSpPr>
          <p:cNvPr id="28" name="Rounded Rectangle 12">
            <a:extLst>
              <a:ext uri="{FF2B5EF4-FFF2-40B4-BE49-F238E27FC236}">
                <a16:creationId xmlns:a16="http://schemas.microsoft.com/office/drawing/2014/main" id="{BA82A2AE-DE80-4867-A028-3ED96DD7F12D}"/>
              </a:ext>
            </a:extLst>
          </p:cNvPr>
          <p:cNvSpPr/>
          <p:nvPr/>
        </p:nvSpPr>
        <p:spPr>
          <a:xfrm>
            <a:off x="9444738" y="4757813"/>
            <a:ext cx="2286000" cy="83707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Microsoft Dynamics 365 F&amp;O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27D114-2EC7-46A2-AC9C-0D482152CF4D}"/>
              </a:ext>
            </a:extLst>
          </p:cNvPr>
          <p:cNvSpPr txBox="1"/>
          <p:nvPr/>
        </p:nvSpPr>
        <p:spPr>
          <a:xfrm>
            <a:off x="6906523" y="4890536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ROLE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033C94-83FA-4B4B-AB84-49BEB8E50E1D}"/>
              </a:ext>
            </a:extLst>
          </p:cNvPr>
          <p:cNvSpPr txBox="1"/>
          <p:nvPr/>
        </p:nvSpPr>
        <p:spPr>
          <a:xfrm>
            <a:off x="9424844" y="4735797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TECHNOLOGIES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B996A7-52A2-BEC9-3EEB-C15142547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83" y="5736560"/>
            <a:ext cx="285750" cy="285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C6453A-0BBD-5185-F24E-55D18771357E}"/>
              </a:ext>
            </a:extLst>
          </p:cNvPr>
          <p:cNvSpPr txBox="1"/>
          <p:nvPr/>
        </p:nvSpPr>
        <p:spPr>
          <a:xfrm>
            <a:off x="643890" y="5751509"/>
            <a:ext cx="3878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5800"/>
                </a:solidFill>
                <a:latin typeface="Segoe UI Semibold" panose="020B0702040204020203" pitchFamily="34" charset="0"/>
              </a:rPr>
              <a:t>MET – Support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044A0-EBB3-A291-C9F2-3B582E4DBE40}"/>
              </a:ext>
            </a:extLst>
          </p:cNvPr>
          <p:cNvSpPr txBox="1"/>
          <p:nvPr/>
        </p:nvSpPr>
        <p:spPr>
          <a:xfrm>
            <a:off x="675731" y="6059286"/>
            <a:ext cx="619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Role: Associate Technical Consultant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Customization in forms and tables and involvement in D365 Commerce technical training.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Worked on Custom Outbound Data Entities.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7464B032-9D8F-01C9-6817-57432F1C88C6}"/>
              </a:ext>
            </a:extLst>
          </p:cNvPr>
          <p:cNvSpPr/>
          <p:nvPr/>
        </p:nvSpPr>
        <p:spPr>
          <a:xfrm>
            <a:off x="6906523" y="5855093"/>
            <a:ext cx="2286000" cy="80958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 Technical Consultant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DB41EE-30CD-6085-C7AC-3BE77271FA15}"/>
              </a:ext>
            </a:extLst>
          </p:cNvPr>
          <p:cNvSpPr txBox="1"/>
          <p:nvPr/>
        </p:nvSpPr>
        <p:spPr>
          <a:xfrm>
            <a:off x="9424845" y="5945329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TECHNOLOGIES</a:t>
            </a:r>
          </a:p>
        </p:txBody>
      </p:sp>
      <p:sp>
        <p:nvSpPr>
          <p:cNvPr id="19" name="Rounded Rectangle 12">
            <a:extLst>
              <a:ext uri="{FF2B5EF4-FFF2-40B4-BE49-F238E27FC236}">
                <a16:creationId xmlns:a16="http://schemas.microsoft.com/office/drawing/2014/main" id="{BF554752-C73D-1B37-793C-29CA61968C25}"/>
              </a:ext>
            </a:extLst>
          </p:cNvPr>
          <p:cNvSpPr/>
          <p:nvPr/>
        </p:nvSpPr>
        <p:spPr>
          <a:xfrm>
            <a:off x="9424845" y="5827600"/>
            <a:ext cx="2286000" cy="83707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Microsoft Dynamics 365 F&amp;O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ECB6A1-8CE6-57CB-D234-733D9089E27D}"/>
              </a:ext>
            </a:extLst>
          </p:cNvPr>
          <p:cNvSpPr txBox="1"/>
          <p:nvPr/>
        </p:nvSpPr>
        <p:spPr>
          <a:xfrm>
            <a:off x="9491896" y="5767251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TECHNOLOGIES</a:t>
            </a:r>
          </a:p>
        </p:txBody>
      </p:sp>
    </p:spTree>
    <p:extLst>
      <p:ext uri="{BB962C8B-B14F-4D97-AF65-F5344CB8AC3E}">
        <p14:creationId xmlns:p14="http://schemas.microsoft.com/office/powerpoint/2010/main" val="258043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500D3-01E6-3FEC-01AC-F8A17DE2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6F666D-3F87-5008-469C-1E722868CE4A}"/>
              </a:ext>
            </a:extLst>
          </p:cNvPr>
          <p:cNvSpPr txBox="1"/>
          <p:nvPr/>
        </p:nvSpPr>
        <p:spPr>
          <a:xfrm>
            <a:off x="141723" y="1428764"/>
            <a:ext cx="4647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Segoe UI Semibold" panose="020B0702040204020203" pitchFamily="34" charset="0"/>
              </a:rPr>
              <a:t>KEY PROJECTS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AE98A19-F5FB-CE48-303E-7D1AB4D04F77}"/>
              </a:ext>
            </a:extLst>
          </p:cNvPr>
          <p:cNvSpPr/>
          <p:nvPr/>
        </p:nvSpPr>
        <p:spPr>
          <a:xfrm>
            <a:off x="6973575" y="2444795"/>
            <a:ext cx="2286000" cy="131338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 Packaged App Development Analysts(Technical)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9DD1208-ACB0-5E38-744E-0C7F0F8126F7}"/>
              </a:ext>
            </a:extLst>
          </p:cNvPr>
          <p:cNvSpPr/>
          <p:nvPr/>
        </p:nvSpPr>
        <p:spPr>
          <a:xfrm>
            <a:off x="9578841" y="2444795"/>
            <a:ext cx="2286000" cy="119146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Microsoft Dynamics 365 F&amp;O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0F8FBC-24E4-2F30-E031-260B44DD9335}"/>
              </a:ext>
            </a:extLst>
          </p:cNvPr>
          <p:cNvSpPr txBox="1"/>
          <p:nvPr/>
        </p:nvSpPr>
        <p:spPr>
          <a:xfrm>
            <a:off x="7040627" y="2458470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ROLE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D552D-B3B7-9507-2E63-FC3920215890}"/>
              </a:ext>
            </a:extLst>
          </p:cNvPr>
          <p:cNvSpPr txBox="1"/>
          <p:nvPr/>
        </p:nvSpPr>
        <p:spPr>
          <a:xfrm>
            <a:off x="9645892" y="2420141"/>
            <a:ext cx="2151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TECHNOLOGIES</a:t>
            </a:r>
          </a:p>
          <a:p>
            <a:endParaRPr lang="en-US" sz="1200" dirty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5EACE0-F010-A852-7607-B27B53BCAD82}"/>
              </a:ext>
            </a:extLst>
          </p:cNvPr>
          <p:cNvSpPr txBox="1"/>
          <p:nvPr/>
        </p:nvSpPr>
        <p:spPr>
          <a:xfrm>
            <a:off x="537454" y="2417877"/>
            <a:ext cx="3878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5800"/>
                </a:solidFill>
                <a:latin typeface="Segoe UI Semibold" panose="020B0702040204020203" pitchFamily="34" charset="0"/>
              </a:rPr>
              <a:t>JMF Incentives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9E8EF04-5E16-D9E6-B745-F9B7D1B1C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53" y="2444795"/>
            <a:ext cx="285750" cy="2857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65CCDF2-7194-983F-7377-657652C10DC1}"/>
              </a:ext>
            </a:extLst>
          </p:cNvPr>
          <p:cNvSpPr txBox="1"/>
          <p:nvPr/>
        </p:nvSpPr>
        <p:spPr>
          <a:xfrm>
            <a:off x="480888" y="2742671"/>
            <a:ext cx="6198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  <a:latin typeface="+mj-lt"/>
              </a:rPr>
              <a:t>- Responsible for gathering the requirements from the functional team, Worked on 7 integrations, Responsible for creating IDD after delivering the requirement, Majorly worked on Data entities, Excel </a:t>
            </a:r>
            <a:r>
              <a:rPr lang="en-US" sz="1200" dirty="0" err="1">
                <a:effectLst/>
                <a:latin typeface="+mj-lt"/>
              </a:rPr>
              <a:t>addIns</a:t>
            </a:r>
            <a:r>
              <a:rPr lang="en-US" sz="1200" dirty="0">
                <a:effectLst/>
                <a:latin typeface="+mj-lt"/>
              </a:rPr>
              <a:t>, recurring jobs, </a:t>
            </a:r>
            <a:r>
              <a:rPr lang="en-US" sz="1200" dirty="0">
                <a:latin typeface="+mj-lt"/>
              </a:rPr>
              <a:t>Adding fields in </a:t>
            </a:r>
            <a:r>
              <a:rPr lang="en-US" sz="1200" dirty="0" err="1">
                <a:latin typeface="+mj-lt"/>
              </a:rPr>
              <a:t>Docentric</a:t>
            </a:r>
            <a:r>
              <a:rPr lang="en-US" sz="1200" dirty="0">
                <a:latin typeface="+mj-lt"/>
              </a:rPr>
              <a:t> report, Creation of new </a:t>
            </a:r>
            <a:r>
              <a:rPr lang="en-US" sz="1200" dirty="0" err="1">
                <a:latin typeface="+mj-lt"/>
              </a:rPr>
              <a:t>Docentric</a:t>
            </a:r>
            <a:r>
              <a:rPr lang="en-US" sz="1200" dirty="0">
                <a:latin typeface="+mj-lt"/>
              </a:rPr>
              <a:t> Reports,  Storing </a:t>
            </a:r>
            <a:r>
              <a:rPr lang="en-US" sz="1200" dirty="0" err="1">
                <a:latin typeface="+mj-lt"/>
              </a:rPr>
              <a:t>Docentric</a:t>
            </a:r>
            <a:r>
              <a:rPr lang="en-US" sz="1200" dirty="0">
                <a:latin typeface="+mj-lt"/>
              </a:rPr>
              <a:t> report in SharePoint and azure blob through Batch job </a:t>
            </a:r>
            <a:r>
              <a:rPr lang="en-US" sz="1200" dirty="0">
                <a:effectLst/>
                <a:latin typeface="+mj-lt"/>
              </a:rPr>
              <a:t>.</a:t>
            </a:r>
          </a:p>
          <a:p>
            <a:r>
              <a:rPr lang="en-US" sz="1200">
                <a:latin typeface="+mj-lt"/>
              </a:rPr>
              <a:t>- Worked </a:t>
            </a:r>
            <a:r>
              <a:rPr lang="en-US" sz="1200" dirty="0">
                <a:latin typeface="+mj-lt"/>
              </a:rPr>
              <a:t>on Form and </a:t>
            </a:r>
            <a:r>
              <a:rPr lang="en-US" sz="1200">
                <a:latin typeface="+mj-lt"/>
              </a:rPr>
              <a:t>Table Customization.</a:t>
            </a:r>
            <a:endParaRPr lang="en-US" sz="1200" dirty="0">
              <a:effectLst/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C0426F-6661-A758-110D-99D25FF1C94D}"/>
              </a:ext>
            </a:extLst>
          </p:cNvPr>
          <p:cNvSpPr txBox="1"/>
          <p:nvPr/>
        </p:nvSpPr>
        <p:spPr>
          <a:xfrm>
            <a:off x="9424844" y="4735797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TECHNOLOGIES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61F040-5083-C426-F3EE-DF0A8442CDB1}"/>
              </a:ext>
            </a:extLst>
          </p:cNvPr>
          <p:cNvSpPr txBox="1"/>
          <p:nvPr/>
        </p:nvSpPr>
        <p:spPr>
          <a:xfrm>
            <a:off x="9491896" y="5767251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TECHNOLOGIES</a:t>
            </a:r>
          </a:p>
        </p:txBody>
      </p:sp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DFBD08FA-A6C5-D19F-609D-6F87040335F6}"/>
              </a:ext>
            </a:extLst>
          </p:cNvPr>
          <p:cNvSpPr/>
          <p:nvPr/>
        </p:nvSpPr>
        <p:spPr>
          <a:xfrm>
            <a:off x="6973575" y="3854257"/>
            <a:ext cx="2286000" cy="131338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 Packaged App Development Analysts(Technical)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52AA92-AAC1-EF7D-9852-33620E59318C}"/>
              </a:ext>
            </a:extLst>
          </p:cNvPr>
          <p:cNvSpPr txBox="1"/>
          <p:nvPr/>
        </p:nvSpPr>
        <p:spPr>
          <a:xfrm>
            <a:off x="6973575" y="3960557"/>
            <a:ext cx="215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ROLE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B79B3-C60A-E537-618E-AB575AD14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8" y="3711383"/>
            <a:ext cx="285750" cy="285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6AC7CF-4CC3-388C-E793-D2A7508697D1}"/>
              </a:ext>
            </a:extLst>
          </p:cNvPr>
          <p:cNvSpPr txBox="1"/>
          <p:nvPr/>
        </p:nvSpPr>
        <p:spPr>
          <a:xfrm>
            <a:off x="470403" y="3997133"/>
            <a:ext cx="619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  <a:latin typeface="+mj-lt"/>
              </a:rPr>
              <a:t>- Responsible for gathering the requirements from the functional team, Worked on inbound and outbound entity integrations, Responsible for creating FDD and TDD using </a:t>
            </a:r>
            <a:r>
              <a:rPr lang="en-US" sz="1200" dirty="0">
                <a:latin typeface="+mj-lt"/>
              </a:rPr>
              <a:t>AI (M365 copilot and </a:t>
            </a:r>
            <a:r>
              <a:rPr lang="en-US" sz="1200" dirty="0" err="1">
                <a:latin typeface="+mj-lt"/>
              </a:rPr>
              <a:t>Github</a:t>
            </a:r>
            <a:r>
              <a:rPr lang="en-US" sz="1200" dirty="0">
                <a:latin typeface="+mj-lt"/>
              </a:rPr>
              <a:t> copilot). </a:t>
            </a:r>
            <a:r>
              <a:rPr lang="en-US" sz="1200" dirty="0">
                <a:effectLst/>
                <a:latin typeface="+mj-lt"/>
              </a:rPr>
              <a:t>Majorly worked on Data entities, Excel </a:t>
            </a:r>
            <a:r>
              <a:rPr lang="en-US" sz="1200" dirty="0" err="1">
                <a:effectLst/>
                <a:latin typeface="+mj-lt"/>
              </a:rPr>
              <a:t>addIns</a:t>
            </a:r>
            <a:r>
              <a:rPr lang="en-US" sz="1200" dirty="0">
                <a:effectLst/>
                <a:latin typeface="+mj-lt"/>
              </a:rPr>
              <a:t>, recurring jobs, </a:t>
            </a:r>
            <a:r>
              <a:rPr lang="en-US" sz="1200" dirty="0">
                <a:latin typeface="+mj-lt"/>
              </a:rPr>
              <a:t>Adding fields in </a:t>
            </a:r>
            <a:r>
              <a:rPr lang="en-US" sz="1200" dirty="0" err="1">
                <a:latin typeface="+mj-lt"/>
              </a:rPr>
              <a:t>Docentric</a:t>
            </a:r>
            <a:r>
              <a:rPr lang="en-US" sz="1200" dirty="0">
                <a:latin typeface="+mj-lt"/>
              </a:rPr>
              <a:t> report, Creation of new </a:t>
            </a:r>
            <a:r>
              <a:rPr lang="en-US" sz="1200" dirty="0" err="1">
                <a:latin typeface="+mj-lt"/>
              </a:rPr>
              <a:t>Docentric</a:t>
            </a:r>
            <a:r>
              <a:rPr lang="en-US" sz="1200" dirty="0">
                <a:latin typeface="+mj-lt"/>
              </a:rPr>
              <a:t> Reports,  Storing </a:t>
            </a:r>
            <a:r>
              <a:rPr lang="en-US" sz="1200" dirty="0" err="1">
                <a:latin typeface="+mj-lt"/>
              </a:rPr>
              <a:t>Docentric</a:t>
            </a:r>
            <a:r>
              <a:rPr lang="en-US" sz="1200" dirty="0">
                <a:latin typeface="+mj-lt"/>
              </a:rPr>
              <a:t> report in SharePoint and azure blob through Batch job </a:t>
            </a:r>
            <a:r>
              <a:rPr lang="en-US" sz="1200" dirty="0">
                <a:effectLst/>
                <a:latin typeface="+mj-lt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+mj-lt"/>
              </a:rPr>
              <a:t>Worked on Form and Table Customization.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effectLst/>
                <a:latin typeface="+mj-lt"/>
              </a:rPr>
              <a:t>Worked on Agent creation </a:t>
            </a:r>
            <a:r>
              <a:rPr lang="en-US" sz="1200" dirty="0">
                <a:latin typeface="+mj-lt"/>
              </a:rPr>
              <a:t>using GHCP, and defect analysis using ADO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effectLst/>
                <a:latin typeface="+mj-lt"/>
              </a:rPr>
              <a:t>Worked on Data analysis and testing using D365F&amp;O MCP 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F95D28-F5FB-93A1-729E-EA715E58C1EA}"/>
              </a:ext>
            </a:extLst>
          </p:cNvPr>
          <p:cNvSpPr txBox="1"/>
          <p:nvPr/>
        </p:nvSpPr>
        <p:spPr>
          <a:xfrm>
            <a:off x="537454" y="3700369"/>
            <a:ext cx="3878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5800"/>
                </a:solidFill>
                <a:latin typeface="Segoe UI Semibold" panose="020B0702040204020203" pitchFamily="34" charset="0"/>
              </a:rPr>
              <a:t>JMF VSC</a:t>
            </a:r>
          </a:p>
        </p:txBody>
      </p:sp>
      <p:sp>
        <p:nvSpPr>
          <p:cNvPr id="14" name="Rounded Rectangle 12">
            <a:extLst>
              <a:ext uri="{FF2B5EF4-FFF2-40B4-BE49-F238E27FC236}">
                <a16:creationId xmlns:a16="http://schemas.microsoft.com/office/drawing/2014/main" id="{7E66C8D6-1830-DCC1-A257-6B7863CAF207}"/>
              </a:ext>
            </a:extLst>
          </p:cNvPr>
          <p:cNvSpPr/>
          <p:nvPr/>
        </p:nvSpPr>
        <p:spPr>
          <a:xfrm>
            <a:off x="9645892" y="3851206"/>
            <a:ext cx="2286000" cy="119146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F62"/>
                </a:solidFill>
              </a:rPr>
              <a:t>Microsoft Dynamics 365 F&amp;O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607D2B-3242-BEF7-9778-35B62561BD58}"/>
              </a:ext>
            </a:extLst>
          </p:cNvPr>
          <p:cNvSpPr txBox="1"/>
          <p:nvPr/>
        </p:nvSpPr>
        <p:spPr>
          <a:xfrm>
            <a:off x="9645891" y="3935827"/>
            <a:ext cx="2151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Semibold" panose="020B0702040204020203" pitchFamily="34" charset="0"/>
              </a:rPr>
              <a:t>TECHNOLOGIES</a:t>
            </a:r>
          </a:p>
          <a:p>
            <a:endParaRPr lang="en-US" sz="1200" dirty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621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numCol="2" rtlCol="0">
        <a:spAutoFit/>
      </a:bodyPr>
      <a:lstStyle>
        <a:defPPr algn="just">
          <a:lnSpc>
            <a:spcPct val="120000"/>
          </a:lnSpc>
          <a:defRPr sz="1200" b="1" dirty="0" smtClean="0">
            <a:solidFill>
              <a:srgbClr val="FF6600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574AFB87D078448582DF6576E16F3A" ma:contentTypeVersion="0" ma:contentTypeDescription="Create a new document." ma:contentTypeScope="" ma:versionID="7f0bd0a4def72fa10b2764d0411f38bb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6F2769-7194-4217-93D3-3AF3A4742282}">
  <ds:schemaRefs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65677E4-2644-464A-9529-D6B1B63714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1793</TotalTime>
  <Words>856</Words>
  <Application>Microsoft Office PowerPoint</Application>
  <PresentationFormat>Widescreen</PresentationFormat>
  <Paragraphs>83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Periyasamy, Prasanth</cp:lastModifiedBy>
  <cp:revision>292</cp:revision>
  <dcterms:created xsi:type="dcterms:W3CDTF">2010-04-12T23:12:02Z</dcterms:created>
  <dcterms:modified xsi:type="dcterms:W3CDTF">2026-06-08T08:18:59Z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0x010100DF574AFB87D078448582DF6576E16F3A</vt:lpwstr>
  </property>
</Properties>
</file>